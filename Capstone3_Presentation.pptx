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9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9" d="100"/>
          <a:sy n="89" d="100"/>
        </p:scale>
        <p:origin x="-1027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EAB0777-4C60-462E-A92C-CDAFD498799C}" type="datetimeFigureOut">
              <a:rPr lang="en-US" smtClean="0"/>
              <a:t>3/7/2026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59DE6EB8-52AB-45EA-A660-3E1EBFA72987}" type="slidenum">
              <a:rPr lang="en-US" smtClean="0"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algn="ctr"/>
            <a:r>
              <a:rPr lang="en-CA" dirty="0" smtClean="0"/>
              <a:t>Business Solution For Fake </a:t>
            </a:r>
            <a:r>
              <a:rPr lang="en-CA" dirty="0"/>
              <a:t>News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9552" y="4581128"/>
            <a:ext cx="7854696" cy="1752600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dirty="0"/>
              <a:t>Presented To, The Technical Lead</a:t>
            </a:r>
          </a:p>
          <a:p>
            <a:pPr algn="l"/>
            <a:r>
              <a:rPr lang="en-US" dirty="0"/>
              <a:t>Presented By, Gibi Babu Maveliputhenpurayil, </a:t>
            </a:r>
          </a:p>
          <a:p>
            <a:pPr algn="l"/>
            <a:r>
              <a:rPr lang="en-US" dirty="0"/>
              <a:t>                           Data Scientist Team</a:t>
            </a:r>
          </a:p>
          <a:p>
            <a:pPr algn="l"/>
            <a:r>
              <a:rPr lang="en-US" dirty="0"/>
              <a:t>Presented On, </a:t>
            </a:r>
            <a:r>
              <a:rPr lang="en-US" dirty="0" smtClean="0"/>
              <a:t>2026-03-07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271977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3609" y="1412776"/>
            <a:ext cx="6912768" cy="46085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511391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/>
              <a:t>PROBLEM IDENTIFICATION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Develop an automated NLP-based classification system that identifies whether a news article is fake or real within seconds</a:t>
            </a:r>
          </a:p>
          <a:p>
            <a:r>
              <a:rPr lang="en-US" dirty="0" smtClean="0"/>
              <a:t>Reduce manual review time from multiple days to near real-time. </a:t>
            </a:r>
          </a:p>
          <a:p>
            <a:r>
              <a:rPr lang="en-US" dirty="0" smtClean="0"/>
              <a:t>Achieve an F1-score of at least 85% on a labeled news dataset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0473530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sz="5400" dirty="0"/>
              <a:t>Dataset details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589864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The dataset contains two types of articles fake and real </a:t>
            </a:r>
            <a:r>
              <a:rPr lang="en-US" dirty="0" smtClean="0"/>
              <a:t>News as two CSV files. </a:t>
            </a:r>
          </a:p>
          <a:p>
            <a:r>
              <a:rPr lang="en-US" dirty="0"/>
              <a:t>C</a:t>
            </a:r>
            <a:r>
              <a:rPr lang="en-US" dirty="0" smtClean="0"/>
              <a:t>ollected </a:t>
            </a:r>
            <a:r>
              <a:rPr lang="en-US" dirty="0"/>
              <a:t>from </a:t>
            </a:r>
            <a:r>
              <a:rPr lang="en-US" dirty="0" smtClean="0"/>
              <a:t>real world sources, </a:t>
            </a:r>
            <a:r>
              <a:rPr lang="en-US" dirty="0"/>
              <a:t>from 2016 to 2017</a:t>
            </a:r>
            <a:r>
              <a:rPr lang="en-US" dirty="0" smtClean="0"/>
              <a:t>.</a:t>
            </a:r>
          </a:p>
          <a:p>
            <a:r>
              <a:rPr lang="en-US" dirty="0" smtClean="0"/>
              <a:t>The </a:t>
            </a:r>
            <a:r>
              <a:rPr lang="en-US" dirty="0"/>
              <a:t>truthful articles were obtained by crawling articles from Reuters.com (News website). </a:t>
            </a:r>
            <a:r>
              <a:rPr lang="en-US" dirty="0" smtClean="0"/>
              <a:t> </a:t>
            </a:r>
            <a:endParaRPr lang="en-US" dirty="0"/>
          </a:p>
          <a:p>
            <a:r>
              <a:rPr lang="en-US" dirty="0" smtClean="0"/>
              <a:t>The </a:t>
            </a:r>
            <a:r>
              <a:rPr lang="en-US" dirty="0"/>
              <a:t>fake news articles were collected from unreliable websites that were flagged by </a:t>
            </a:r>
            <a:r>
              <a:rPr lang="en-US" dirty="0" err="1"/>
              <a:t>Politifact</a:t>
            </a:r>
            <a:r>
              <a:rPr lang="en-US" dirty="0"/>
              <a:t> (a fact-checking organization in the USA) and </a:t>
            </a:r>
            <a:r>
              <a:rPr lang="en-US" dirty="0" smtClean="0"/>
              <a:t>Wikipedia.</a:t>
            </a:r>
          </a:p>
          <a:p>
            <a:r>
              <a:rPr lang="en-US" dirty="0" smtClean="0"/>
              <a:t>The majority </a:t>
            </a:r>
            <a:r>
              <a:rPr lang="en-US" dirty="0"/>
              <a:t>of articles focus on political and World news </a:t>
            </a:r>
            <a:r>
              <a:rPr lang="en-US" dirty="0" smtClean="0"/>
              <a:t>topics.</a:t>
            </a:r>
          </a:p>
          <a:p>
            <a:r>
              <a:rPr lang="en-US" dirty="0" smtClean="0"/>
              <a:t>Each </a:t>
            </a:r>
            <a:r>
              <a:rPr lang="en-US" dirty="0"/>
              <a:t>article contains the following information: article title, text, type and the date the article was published on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2428444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DATA PROCESSING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Target variable: Status</a:t>
            </a:r>
          </a:p>
          <a:p>
            <a:pPr marL="0" indent="0">
              <a:buNone/>
            </a:pPr>
            <a:r>
              <a:rPr lang="en-US" dirty="0"/>
              <a:t>             1 → True- 21417</a:t>
            </a:r>
          </a:p>
          <a:p>
            <a:pPr marL="0" indent="0">
              <a:buNone/>
            </a:pPr>
            <a:r>
              <a:rPr lang="en-US" dirty="0"/>
              <a:t>             0 → Fake- 23481</a:t>
            </a:r>
          </a:p>
          <a:p>
            <a:r>
              <a:rPr lang="en-CA" dirty="0" smtClean="0"/>
              <a:t>First </a:t>
            </a:r>
            <a:r>
              <a:rPr lang="en-CA" dirty="0" err="1" smtClean="0"/>
              <a:t>datset</a:t>
            </a:r>
            <a:r>
              <a:rPr lang="en-CA" dirty="0" smtClean="0"/>
              <a:t>: </a:t>
            </a:r>
            <a:r>
              <a:rPr lang="en-US" dirty="0"/>
              <a:t>44,898 rows and 5 columns</a:t>
            </a:r>
            <a:r>
              <a:rPr lang="en-US" dirty="0" smtClean="0"/>
              <a:t>.</a:t>
            </a:r>
          </a:p>
          <a:p>
            <a:r>
              <a:rPr lang="en-US" dirty="0" smtClean="0"/>
              <a:t>Final dataset:43557 </a:t>
            </a:r>
            <a:r>
              <a:rPr lang="en-US" dirty="0"/>
              <a:t>rows and </a:t>
            </a:r>
            <a:r>
              <a:rPr lang="en-US" dirty="0" smtClean="0"/>
              <a:t>17 columns.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189930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DATA WRANGLING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title and text columns were combined into a single content column.</a:t>
            </a:r>
          </a:p>
          <a:p>
            <a:r>
              <a:rPr lang="en-US" dirty="0"/>
              <a:t>The date column was cleaned.</a:t>
            </a:r>
          </a:p>
          <a:p>
            <a:r>
              <a:rPr lang="en-US" dirty="0"/>
              <a:t>Text was converted to lowercase.</a:t>
            </a:r>
          </a:p>
          <a:p>
            <a:r>
              <a:rPr lang="en-US" dirty="0"/>
              <a:t>Punctuation, special characters, and </a:t>
            </a:r>
            <a:r>
              <a:rPr lang="en-US" dirty="0" err="1"/>
              <a:t>stopwords</a:t>
            </a:r>
            <a:r>
              <a:rPr lang="en-US" dirty="0"/>
              <a:t> were removed.</a:t>
            </a:r>
          </a:p>
          <a:p>
            <a:r>
              <a:rPr lang="en-US" dirty="0"/>
              <a:t>Text was tokenized into individual words.</a:t>
            </a:r>
          </a:p>
          <a:p>
            <a:r>
              <a:rPr lang="en-US" dirty="0"/>
              <a:t>WordNet lemmatization was applied to reduce words to their base forms.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895528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FEATURE ENGINEERING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A numeric feature </a:t>
            </a:r>
            <a:r>
              <a:rPr lang="en-US" dirty="0" err="1"/>
              <a:t>content_length</a:t>
            </a:r>
            <a:r>
              <a:rPr lang="en-US" dirty="0"/>
              <a:t> was created </a:t>
            </a:r>
            <a:r>
              <a:rPr lang="en-US" dirty="0" smtClean="0"/>
              <a:t>.</a:t>
            </a:r>
          </a:p>
          <a:p>
            <a:r>
              <a:rPr lang="en-US" dirty="0" smtClean="0"/>
              <a:t>To </a:t>
            </a:r>
            <a:r>
              <a:rPr lang="en-US" dirty="0"/>
              <a:t>analyze whether fake news articles use more aggressive language, toxicity scores were generated using the Detoxify model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The following toxicity features were extracted: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 toxicity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/>
              <a:t>severe_toxicity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Obscene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Threat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Insult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/>
              <a:t>identity_attack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2604921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EXPLORATORY DATA ANALYSIS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Shorter articles were slightly more likely to be fake, though not strongly predictive.</a:t>
            </a:r>
          </a:p>
          <a:p>
            <a:r>
              <a:rPr lang="en-US" dirty="0"/>
              <a:t>Fake news often contained sensational or politically charged language.</a:t>
            </a:r>
          </a:p>
          <a:p>
            <a:r>
              <a:rPr lang="en-US" dirty="0"/>
              <a:t>True news used formal reporting terminology</a:t>
            </a:r>
            <a:r>
              <a:rPr lang="en-US" dirty="0" smtClean="0"/>
              <a:t>.</a:t>
            </a:r>
          </a:p>
          <a:p>
            <a:r>
              <a:rPr lang="en-US" dirty="0"/>
              <a:t>Detoxify revealed that fake news exhibits higher levels </a:t>
            </a:r>
            <a:r>
              <a:rPr lang="en-US" dirty="0" smtClean="0"/>
              <a:t>of toxicity.</a:t>
            </a:r>
            <a:endParaRPr lang="en-US" dirty="0"/>
          </a:p>
          <a:p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168177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9592" y="1412776"/>
            <a:ext cx="7560840" cy="4440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75402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PREPROCESSING &amp; TRAINING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Additional structural features were created: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Average </a:t>
            </a:r>
            <a:r>
              <a:rPr lang="en-US" dirty="0"/>
              <a:t>Word </a:t>
            </a:r>
            <a:r>
              <a:rPr lang="en-US" dirty="0" smtClean="0"/>
              <a:t>Length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Unique </a:t>
            </a:r>
            <a:r>
              <a:rPr lang="en-US" dirty="0"/>
              <a:t>Word Ratio</a:t>
            </a:r>
          </a:p>
          <a:p>
            <a:r>
              <a:rPr lang="en-US" dirty="0"/>
              <a:t>The subject category feature was removed to prevent </a:t>
            </a:r>
            <a:r>
              <a:rPr lang="en-US" dirty="0" smtClean="0"/>
              <a:t>bias.</a:t>
            </a:r>
          </a:p>
          <a:p>
            <a:r>
              <a:rPr lang="en-US" dirty="0" smtClean="0"/>
              <a:t>The </a:t>
            </a:r>
            <a:r>
              <a:rPr lang="en-US" dirty="0"/>
              <a:t>dataset was split into stratified training and testing sets to maintain class balance.</a:t>
            </a:r>
          </a:p>
          <a:p>
            <a:r>
              <a:rPr lang="en-US" dirty="0" smtClean="0"/>
              <a:t>Numeric </a:t>
            </a:r>
            <a:r>
              <a:rPr lang="en-US" dirty="0"/>
              <a:t>features were standardized.</a:t>
            </a:r>
          </a:p>
          <a:p>
            <a:r>
              <a:rPr lang="en-US" dirty="0"/>
              <a:t>Text data was converted into Word2Vec </a:t>
            </a:r>
            <a:r>
              <a:rPr lang="en-US" dirty="0" err="1"/>
              <a:t>embeddings</a:t>
            </a:r>
            <a:r>
              <a:rPr lang="en-US" dirty="0" smtClean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952014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MODELING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The following models were trained and evaluated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Logistic </a:t>
            </a:r>
            <a:r>
              <a:rPr lang="en-US" dirty="0" smtClean="0"/>
              <a:t>Regression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Linear SVM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Random Forest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err="1" smtClean="0"/>
              <a:t>XGBoost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Evaluation Metrics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Models were evaluated using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Accuracy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Precision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Recall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F1 Score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ROC-AUC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2025755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196752"/>
            <a:ext cx="6624736" cy="2952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4" name="Rectangle 3"/>
          <p:cNvSpPr/>
          <p:nvPr/>
        </p:nvSpPr>
        <p:spPr>
          <a:xfrm>
            <a:off x="971600" y="4437112"/>
            <a:ext cx="676875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/>
              <a:t>Model </a:t>
            </a:r>
            <a:r>
              <a:rPr lang="en-US" dirty="0" smtClean="0"/>
              <a:t>Performance:</a:t>
            </a:r>
            <a:endParaRPr lang="en-US" dirty="0"/>
          </a:p>
          <a:p>
            <a:r>
              <a:rPr lang="en-US" dirty="0"/>
              <a:t>Logistic Regression and Linear SVM achieved the strongest results</a:t>
            </a:r>
            <a:r>
              <a:rPr lang="en-US" dirty="0" smtClean="0"/>
              <a:t>:</a:t>
            </a:r>
            <a:endParaRPr lang="en-US" dirty="0"/>
          </a:p>
          <a:p>
            <a:r>
              <a:rPr lang="en-US" dirty="0"/>
              <a:t>F1-score ≈ 0.98</a:t>
            </a:r>
          </a:p>
          <a:p>
            <a:r>
              <a:rPr lang="en-US" dirty="0"/>
              <a:t>ROC-AUC &gt; 0.99</a:t>
            </a:r>
          </a:p>
        </p:txBody>
      </p:sp>
    </p:spTree>
    <p:extLst>
      <p:ext uri="{BB962C8B-B14F-4D97-AF65-F5344CB8AC3E}">
        <p14:creationId xmlns:p14="http://schemas.microsoft.com/office/powerpoint/2010/main" val="22664781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HYPER PARAMETER TUNING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dirty="0" smtClean="0"/>
              <a:t>Used Random Search CV</a:t>
            </a:r>
          </a:p>
          <a:p>
            <a:r>
              <a:rPr lang="en-CA" dirty="0" smtClean="0"/>
              <a:t>Logistic Regression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Best CV F1-score: </a:t>
            </a:r>
            <a:r>
              <a:rPr lang="en-CA" dirty="0" smtClean="0"/>
              <a:t>~0.98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/>
              <a:t>Test ROC-AUC: </a:t>
            </a:r>
            <a:r>
              <a:rPr lang="en-CA" dirty="0" smtClean="0"/>
              <a:t>~0.99</a:t>
            </a:r>
          </a:p>
          <a:p>
            <a:r>
              <a:rPr lang="en-CA" dirty="0" smtClean="0"/>
              <a:t>Linear SVM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 smtClean="0"/>
              <a:t>Best </a:t>
            </a:r>
            <a:r>
              <a:rPr lang="en-CA" dirty="0"/>
              <a:t>CV F1-score: </a:t>
            </a:r>
            <a:r>
              <a:rPr lang="en-CA" dirty="0" smtClean="0"/>
              <a:t>~0.98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CA" dirty="0" smtClean="0"/>
              <a:t>Test </a:t>
            </a:r>
            <a:r>
              <a:rPr lang="en-CA" dirty="0"/>
              <a:t>ROC-AUC: </a:t>
            </a:r>
            <a:r>
              <a:rPr lang="en-CA" dirty="0" smtClean="0"/>
              <a:t>~0.99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787626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BEST MODEL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CA" b="1" dirty="0" smtClean="0"/>
              <a:t>Logistic Regression</a:t>
            </a:r>
          </a:p>
          <a:p>
            <a:r>
              <a:rPr lang="en-US" dirty="0"/>
              <a:t>Faster training</a:t>
            </a:r>
          </a:p>
          <a:p>
            <a:r>
              <a:rPr lang="en-US" dirty="0"/>
              <a:t>Probability predictions</a:t>
            </a:r>
          </a:p>
          <a:p>
            <a:r>
              <a:rPr lang="en-US" dirty="0"/>
              <a:t>Easier interpretability</a:t>
            </a:r>
          </a:p>
          <a:p>
            <a:r>
              <a:rPr lang="en-US" dirty="0"/>
              <a:t>Better </a:t>
            </a:r>
            <a:r>
              <a:rPr lang="en-US" dirty="0" smtClean="0"/>
              <a:t>scalability</a:t>
            </a:r>
          </a:p>
          <a:p>
            <a:r>
              <a:rPr lang="en-CA" dirty="0"/>
              <a:t>Best Logistic Regression </a:t>
            </a:r>
            <a:r>
              <a:rPr lang="en-CA" dirty="0" err="1"/>
              <a:t>params</a:t>
            </a:r>
            <a:r>
              <a:rPr lang="en-CA" dirty="0"/>
              <a:t>: {'C': np.float64(2.9753909473493882), 'penalty': 'l2', 'solver': '</a:t>
            </a:r>
            <a:r>
              <a:rPr lang="en-CA" dirty="0" err="1"/>
              <a:t>liblinear</a:t>
            </a:r>
            <a:r>
              <a:rPr lang="en-CA" dirty="0"/>
              <a:t>'}</a:t>
            </a:r>
          </a:p>
        </p:txBody>
      </p:sp>
    </p:spTree>
    <p:extLst>
      <p:ext uri="{BB962C8B-B14F-4D97-AF65-F5344CB8AC3E}">
        <p14:creationId xmlns:p14="http://schemas.microsoft.com/office/powerpoint/2010/main" val="1468054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FEATURE IMPORTANCE</a:t>
            </a:r>
            <a:endParaRPr lang="en-CA" dirty="0"/>
          </a:p>
        </p:txBody>
      </p:sp>
      <p:pic>
        <p:nvPicPr>
          <p:cNvPr id="4" name="Content Placeholder 3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39552" y="2132856"/>
            <a:ext cx="6815276" cy="4209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4355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RECOMMENDATIONS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35480"/>
            <a:ext cx="8229600" cy="466187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fake news classification system demonstrates strong predictive performance and can support</a:t>
            </a:r>
            <a:r>
              <a:rPr lang="en-US" dirty="0" smtClean="0"/>
              <a:t>:</a:t>
            </a:r>
            <a:endParaRPr lang="en-US" dirty="0"/>
          </a:p>
          <a:p>
            <a:pPr marL="0" indent="0">
              <a:buNone/>
            </a:pPr>
            <a:r>
              <a:rPr lang="en-US" dirty="0" smtClean="0"/>
              <a:t>    Journalists</a:t>
            </a:r>
          </a:p>
          <a:p>
            <a:pPr marL="0" indent="0">
              <a:buNone/>
            </a:pPr>
            <a:r>
              <a:rPr lang="en-US" dirty="0" smtClean="0"/>
              <a:t>    Fact-checkers</a:t>
            </a:r>
          </a:p>
          <a:p>
            <a:pPr marL="0" indent="0">
              <a:buNone/>
            </a:pPr>
            <a:r>
              <a:rPr lang="en-US" dirty="0" smtClean="0"/>
              <a:t>    Social </a:t>
            </a:r>
            <a:r>
              <a:rPr lang="en-US" dirty="0"/>
              <a:t>media platforms</a:t>
            </a:r>
          </a:p>
          <a:p>
            <a:r>
              <a:rPr lang="en-US" dirty="0"/>
              <a:t>Platforms could integrate this model into content moderation systems to flag suspicious articles for further verification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Combining linguistic features with additional signals such </a:t>
            </a:r>
            <a:r>
              <a:rPr lang="en-US" dirty="0" smtClean="0"/>
              <a:t>as source credibility, information </a:t>
            </a:r>
            <a:r>
              <a:rPr lang="en-US" dirty="0"/>
              <a:t>propagation </a:t>
            </a:r>
            <a:r>
              <a:rPr lang="en-US" dirty="0" smtClean="0"/>
              <a:t>patterns may </a:t>
            </a:r>
            <a:r>
              <a:rPr lang="en-US" dirty="0"/>
              <a:t>further improve detection accuracy.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15820935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LIMITATIONS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dataset may not fully represent the diversity of real-world news sources.</a:t>
            </a:r>
          </a:p>
          <a:p>
            <a:r>
              <a:rPr lang="en-US" dirty="0"/>
              <a:t>Toxicity analysis was performed only on the first portion of each article to reduce computational cost.</a:t>
            </a:r>
          </a:p>
          <a:p>
            <a:r>
              <a:rPr lang="en-US" dirty="0"/>
              <a:t>Word2Vec </a:t>
            </a:r>
            <a:r>
              <a:rPr lang="en-US" dirty="0" err="1"/>
              <a:t>embeddings</a:t>
            </a:r>
            <a:r>
              <a:rPr lang="en-US" dirty="0"/>
              <a:t> capture semantic relationships but lack deeper contextual understanding compared to transformer-based models.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3301834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CONCLUSION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US" dirty="0"/>
              <a:t>This project successfully developed a machine learning system for detecting fake news using Natural Language Processing.</a:t>
            </a:r>
          </a:p>
          <a:p>
            <a:pPr marL="0" indent="0">
              <a:buNone/>
            </a:pPr>
            <a:r>
              <a:rPr lang="en-US" dirty="0" smtClean="0"/>
              <a:t>         By </a:t>
            </a:r>
            <a:r>
              <a:rPr lang="en-US" dirty="0"/>
              <a:t>combining: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text </a:t>
            </a:r>
            <a:r>
              <a:rPr lang="en-US" dirty="0" err="1" smtClean="0"/>
              <a:t>embeddings</a:t>
            </a:r>
            <a:endParaRPr lang="en-US" dirty="0" smtClean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linguistic  features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toxicity analysis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M</a:t>
            </a:r>
            <a:r>
              <a:rPr lang="en-US" dirty="0" smtClean="0"/>
              <a:t>ultiple </a:t>
            </a:r>
            <a:r>
              <a:rPr lang="en-US" dirty="0"/>
              <a:t>models were evaluated, with Logistic Regression emerging as the best-performing model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The final model achieved</a:t>
            </a:r>
            <a:r>
              <a:rPr lang="en-US" dirty="0" smtClean="0"/>
              <a:t>:</a:t>
            </a:r>
            <a:endParaRPr lang="en-US" dirty="0"/>
          </a:p>
          <a:p>
            <a:pPr>
              <a:buFont typeface="Wingdings" panose="05000000000000000000" pitchFamily="2" charset="2"/>
              <a:buChar char="ü"/>
            </a:pPr>
            <a:r>
              <a:rPr lang="en-US" dirty="0"/>
              <a:t>F1-score ≈ </a:t>
            </a:r>
            <a:r>
              <a:rPr lang="en-US" dirty="0" smtClean="0"/>
              <a:t>0.98</a:t>
            </a:r>
          </a:p>
          <a:p>
            <a:pPr>
              <a:buFont typeface="Wingdings" panose="05000000000000000000" pitchFamily="2" charset="2"/>
              <a:buChar char="ü"/>
            </a:pPr>
            <a:r>
              <a:rPr lang="en-US" dirty="0" smtClean="0"/>
              <a:t>ROC-AUC </a:t>
            </a:r>
            <a:r>
              <a:rPr lang="en-US" dirty="0"/>
              <a:t>&gt; </a:t>
            </a:r>
            <a:r>
              <a:rPr lang="en-US" dirty="0" smtClean="0"/>
              <a:t>0.99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0846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CA" dirty="0" smtClean="0"/>
              <a:t>FUTURE WORK</a:t>
            </a:r>
            <a:endParaRPr lang="en-CA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Using transformer-based models such as BERT.</a:t>
            </a:r>
          </a:p>
          <a:p>
            <a:r>
              <a:rPr lang="en-US" dirty="0"/>
              <a:t>Incorporating publisher credibility and social media features.</a:t>
            </a:r>
          </a:p>
          <a:p>
            <a:r>
              <a:rPr lang="en-US" dirty="0"/>
              <a:t>Expanding datasets to improve generalization.</a:t>
            </a:r>
          </a:p>
          <a:p>
            <a:r>
              <a:rPr lang="en-US" dirty="0"/>
              <a:t>Deploying the model as a real-time API or web application.</a:t>
            </a:r>
            <a:endParaRPr lang="en-CA" dirty="0"/>
          </a:p>
        </p:txBody>
      </p:sp>
    </p:spTree>
    <p:extLst>
      <p:ext uri="{BB962C8B-B14F-4D97-AF65-F5344CB8AC3E}">
        <p14:creationId xmlns:p14="http://schemas.microsoft.com/office/powerpoint/2010/main" val="20552789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908720"/>
            <a:ext cx="8572500" cy="5661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722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alpha val="48000"/>
                <a:satMod val="105000"/>
              </a:scheme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Flow</Template>
  <TotalTime>107</TotalTime>
  <Words>708</Words>
  <Application>Microsoft Office PowerPoint</Application>
  <PresentationFormat>On-screen Show (4:3)</PresentationFormat>
  <Paragraphs>113</Paragraphs>
  <Slides>20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1" baseType="lpstr">
      <vt:lpstr>Flow</vt:lpstr>
      <vt:lpstr>Business Solution For Fake News Detection</vt:lpstr>
      <vt:lpstr>PowerPoint Presentation</vt:lpstr>
      <vt:lpstr>PROBLEM IDENTIFICATION</vt:lpstr>
      <vt:lpstr>Dataset details</vt:lpstr>
      <vt:lpstr>DATA PROCESSING</vt:lpstr>
      <vt:lpstr>DATA WRANGLING</vt:lpstr>
      <vt:lpstr>FEATURE ENGINEERING</vt:lpstr>
      <vt:lpstr>EXPLORATORY DATA ANALYSIS</vt:lpstr>
      <vt:lpstr>PowerPoint Presentation</vt:lpstr>
      <vt:lpstr>PREPROCESSING &amp; TRAINING</vt:lpstr>
      <vt:lpstr>MODELING</vt:lpstr>
      <vt:lpstr>PowerPoint Presentation</vt:lpstr>
      <vt:lpstr>HYPER PARAMETER TUNING</vt:lpstr>
      <vt:lpstr>BEST MODEL</vt:lpstr>
      <vt:lpstr>FEATURE IMPORTANCE</vt:lpstr>
      <vt:lpstr>RECOMMENDATIONS</vt:lpstr>
      <vt:lpstr>LIMITATIONS</vt:lpstr>
      <vt:lpstr>CONCLUSION</vt:lpstr>
      <vt:lpstr>FUTURE WORK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Business Solution For Fake News Detection</dc:title>
  <dc:creator>gibib</dc:creator>
  <cp:lastModifiedBy>gibib</cp:lastModifiedBy>
  <cp:revision>20</cp:revision>
  <dcterms:created xsi:type="dcterms:W3CDTF">2026-03-08T02:17:31Z</dcterms:created>
  <dcterms:modified xsi:type="dcterms:W3CDTF">2026-03-08T04:04:57Z</dcterms:modified>
</cp:coreProperties>
</file>